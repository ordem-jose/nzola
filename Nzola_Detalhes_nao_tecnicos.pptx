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Projeto Nzola — Plataforma de Turismo Sustentável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Capstone Final | Engenharia de Dados e 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Problema e Motivação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 turismo, embora essencial para o desenvolvimento econômico, gera impactos ambientais e sociais significativos. Falta integração entre dados que permitam identificar práticas sustentáveis e orientar políticas públicas e escolhas conscientes dos viajantes.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 do Projeto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Desenvolver uma plataforma digital que utilize dados reais e algoritmos de IA para promover o turismo sustentável, recomendando destinos ecológicos e analisando padrões de sustentabilidade em diferentes regiões.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Tecnologias Utilizadas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🔹 Python 3.10+</a:t>
            </a:r>
          </a:p>
          <a:p>
            <a:r>
              <a:t>🔹 Pandas, NumPy, Scikit-learn</a:t>
            </a:r>
          </a:p>
          <a:p>
            <a:r>
              <a:t>🔹 Geopandas, Folium, Plotly</a:t>
            </a:r>
          </a:p>
          <a:p>
            <a:r>
              <a:t>🔹 Streamlit (Interface Web)</a:t>
            </a:r>
          </a:p>
          <a:p>
            <a:r>
              <a:t>🔹 Google Colab (Treinamento e ETL)</a:t>
            </a:r>
          </a:p>
          <a:p>
            <a:r>
              <a:t>🔹 SQLite / CSV / JSON (Armazenamento de dados)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Estrutura e Pipeline ETL + 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1️⃣ Extração — Coleta de dados sobre turismo, clima e sustentabilidade</a:t>
            </a:r>
          </a:p>
          <a:p>
            <a:r>
              <a:t>2️⃣ Transformação — Limpeza e integração das fontes</a:t>
            </a:r>
          </a:p>
          <a:p>
            <a:r>
              <a:t>3️⃣ Análise — Modelos de classificação e recomendação</a:t>
            </a:r>
          </a:p>
          <a:p>
            <a:r>
              <a:t>4️⃣ Visualização — Painéis e mapas interativos com Streamlit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Resultados Esperados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✅ Identificação de destinos com práticas sustentáveis</a:t>
            </a:r>
          </a:p>
          <a:p>
            <a:r>
              <a:t>✅ Recomendação personalizada para turistas conscientes</a:t>
            </a:r>
          </a:p>
          <a:p>
            <a:r>
              <a:t>✅ Apoio à formulação de políticas de turismo verde</a:t>
            </a:r>
          </a:p>
          <a:p>
            <a:r>
              <a:t>✅ Conscientização sobre o impacto ambiental do turismo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Considerações Éticas e Sustentabilidade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🌿 Privacidade e segurança dos dados coletados</a:t>
            </a:r>
          </a:p>
          <a:p>
            <a:r>
              <a:t>🌿 Transparência nos critérios de recomendação</a:t>
            </a:r>
          </a:p>
          <a:p>
            <a:r>
              <a:t>🌿 Mitigação de vieses nos modelos de IA</a:t>
            </a:r>
          </a:p>
          <a:p>
            <a:r>
              <a:t>🌿 Responsabilidade social e impacto ambiental positivo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 projeto Nzola representa uma integração entre tecnologia, sustentabilidade e ciência de dados, promovendo o turismo responsável e o uso ético da IA para o desenvolvimento sustentável de comunidades.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